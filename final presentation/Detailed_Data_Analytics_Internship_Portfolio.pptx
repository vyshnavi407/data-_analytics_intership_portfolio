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436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4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5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9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4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06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8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0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84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009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3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84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4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0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4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7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TASK 5:Data Analytics Internship Portfolio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836863-6A9F-BF44-DE3F-14F57A483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8032" y="4288536"/>
            <a:ext cx="3986784" cy="1231392"/>
          </a:xfrm>
        </p:spPr>
        <p:txBody>
          <a:bodyPr/>
          <a:lstStyle/>
          <a:p>
            <a:r>
              <a:rPr lang="en-IN" sz="2800" dirty="0"/>
              <a:t>Presented </a:t>
            </a:r>
            <a:r>
              <a:rPr lang="en-IN" sz="2800" dirty="0" err="1"/>
              <a:t>by:S.Vaishnavi</a:t>
            </a:r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368595"/>
            <a:ext cx="7765321" cy="956931"/>
          </a:xfrm>
        </p:spPr>
        <p:txBody>
          <a:bodyPr/>
          <a:lstStyle/>
          <a:p>
            <a:r>
              <a:rPr dirty="0"/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34140"/>
            <a:ext cx="7765322" cy="4657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Task 1 – Data Immersion &amp; Wrangling</a:t>
            </a:r>
          </a:p>
          <a:p>
            <a:pPr marL="0" indent="0">
              <a:buNone/>
            </a:pPr>
            <a:r>
              <a:rPr sz="2800" dirty="0"/>
              <a:t>• Task 2 – EDA &amp; Business Intelligence</a:t>
            </a:r>
          </a:p>
          <a:p>
            <a:pPr marL="0" indent="0">
              <a:buNone/>
            </a:pPr>
            <a:r>
              <a:rPr sz="2800" dirty="0"/>
              <a:t>• Task 3 – Deep-Dive Analysis &amp; Dashboarding</a:t>
            </a:r>
          </a:p>
          <a:p>
            <a:pPr marL="0" indent="0">
              <a:buNone/>
            </a:pPr>
            <a:r>
              <a:rPr sz="2800" dirty="0"/>
              <a:t>• Task 4 – Data Storytelling &amp; Statistical</a:t>
            </a:r>
            <a:r>
              <a:rPr lang="en-IN" sz="2800" dirty="0"/>
              <a:t> </a:t>
            </a:r>
            <a:r>
              <a:rPr sz="2800" dirty="0"/>
              <a:t>Validation</a:t>
            </a:r>
          </a:p>
          <a:p>
            <a:pPr marL="0" indent="0">
              <a:buNone/>
            </a:pPr>
            <a:r>
              <a:rPr sz="2800" dirty="0"/>
              <a:t>• Task 5 – Portfolio Finalization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9620"/>
            <a:ext cx="7765321" cy="878958"/>
          </a:xfrm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04014"/>
            <a:ext cx="3922776" cy="4525963"/>
          </a:xfrm>
        </p:spPr>
        <p:txBody>
          <a:bodyPr>
            <a:normAutofit/>
          </a:bodyPr>
          <a:lstStyle/>
          <a:p>
            <a:r>
              <a:rPr sz="2400" dirty="0"/>
              <a:t>Dataset Used: Superstore Sales Dataset</a:t>
            </a:r>
          </a:p>
          <a:p>
            <a:r>
              <a:rPr sz="2400" dirty="0"/>
              <a:t>Features: Order ID, Customer Name, Region, Category, Sales, Profit</a:t>
            </a:r>
          </a:p>
          <a:p>
            <a:r>
              <a:rPr sz="2400" dirty="0"/>
              <a:t>Purpose: Analyze sales performance and generate business insights.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B01A4F-019B-DB22-9B8A-3E774BB8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396" y="1104014"/>
            <a:ext cx="4813004" cy="4206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Task 1 – Data Cleaning &amp;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400" dirty="0"/>
              <a:t>Objective: Prepare raw data for analysis.</a:t>
            </a:r>
          </a:p>
          <a:p>
            <a:r>
              <a:rPr sz="2400" dirty="0"/>
              <a:t>Completed:</a:t>
            </a:r>
          </a:p>
          <a:p>
            <a:r>
              <a:rPr sz="2400" dirty="0"/>
              <a:t>• Missing Value Detection</a:t>
            </a:r>
          </a:p>
          <a:p>
            <a:r>
              <a:rPr sz="2400" dirty="0"/>
              <a:t>• Duplicate Removal</a:t>
            </a:r>
          </a:p>
          <a:p>
            <a:r>
              <a:rPr sz="2400" dirty="0"/>
              <a:t>• Data Type Conversion</a:t>
            </a:r>
          </a:p>
          <a:p>
            <a:r>
              <a:rPr sz="2400" dirty="0"/>
              <a:t>• Data Standardization</a:t>
            </a:r>
          </a:p>
          <a:p>
            <a:r>
              <a:rPr sz="2400" dirty="0"/>
              <a:t>• Feature Engineering</a:t>
            </a:r>
          </a:p>
          <a:p>
            <a:r>
              <a:rPr sz="2400" dirty="0"/>
              <a:t>Outcome: Cleaned dataset ready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219741"/>
            <a:ext cx="7765321" cy="1105785"/>
          </a:xfrm>
        </p:spPr>
        <p:txBody>
          <a:bodyPr>
            <a:normAutofit/>
          </a:bodyPr>
          <a:lstStyle/>
          <a:p>
            <a:r>
              <a:rPr sz="2800" dirty="0"/>
              <a:t>Task 1 </a:t>
            </a:r>
            <a:r>
              <a:rPr lang="en-IN" sz="2800" dirty="0"/>
              <a:t>:</a:t>
            </a:r>
            <a:r>
              <a:rPr sz="280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88" y="1508052"/>
            <a:ext cx="4306186" cy="3666459"/>
          </a:xfrm>
        </p:spPr>
        <p:txBody>
          <a:bodyPr>
            <a:normAutofit/>
          </a:bodyPr>
          <a:lstStyle/>
          <a:p>
            <a:r>
              <a:rPr sz="2400" dirty="0"/>
              <a:t>Data Quality Improvements:</a:t>
            </a:r>
          </a:p>
          <a:p>
            <a:r>
              <a:rPr sz="2400" dirty="0"/>
              <a:t>• Missing values handled</a:t>
            </a:r>
          </a:p>
          <a:p>
            <a:r>
              <a:rPr sz="2400" dirty="0"/>
              <a:t>• Duplicates removed</a:t>
            </a:r>
          </a:p>
          <a:p>
            <a:r>
              <a:rPr sz="2400" dirty="0"/>
              <a:t>• Invalid formats corrected</a:t>
            </a:r>
          </a:p>
          <a:p>
            <a:r>
              <a:rPr sz="2400" dirty="0"/>
              <a:t>Tools Used: Python, Pandas,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C52C7-82BE-254D-8236-3BAEE4E7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908" y="1261729"/>
            <a:ext cx="4571999" cy="3154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Task 2 –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963" y="1775619"/>
            <a:ext cx="4114800" cy="3441424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Objective: Discover trends and patterns.</a:t>
            </a:r>
          </a:p>
          <a:p>
            <a:r>
              <a:rPr sz="2400" dirty="0"/>
              <a:t>Analysis Performed:</a:t>
            </a:r>
          </a:p>
          <a:p>
            <a:r>
              <a:rPr sz="2400" dirty="0"/>
              <a:t>• Sales Distribution</a:t>
            </a:r>
          </a:p>
          <a:p>
            <a:r>
              <a:rPr sz="2400" dirty="0"/>
              <a:t>• Profit Distribution</a:t>
            </a:r>
          </a:p>
          <a:p>
            <a:r>
              <a:rPr sz="2400" dirty="0"/>
              <a:t>• Category Analysis</a:t>
            </a:r>
          </a:p>
          <a:p>
            <a:r>
              <a:rPr sz="2400" dirty="0"/>
              <a:t>• Regional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FE2AA1-E477-62FD-36B8-3E12F886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238" y="2211571"/>
            <a:ext cx="4472761" cy="2459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304801"/>
            <a:ext cx="7765321" cy="1049078"/>
          </a:xfrm>
        </p:spPr>
        <p:txBody>
          <a:bodyPr>
            <a:normAutofit/>
          </a:bodyPr>
          <a:lstStyle/>
          <a:p>
            <a:r>
              <a:rPr sz="2800" dirty="0"/>
              <a:t>SQL</a:t>
            </a:r>
            <a:r>
              <a:rPr lang="en-IN" sz="2800" dirty="0"/>
              <a:t> QUERIES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374" y="1684939"/>
            <a:ext cx="7765322" cy="3695136"/>
          </a:xfrm>
        </p:spPr>
        <p:txBody>
          <a:bodyPr>
            <a:normAutofit lnSpcReduction="10000"/>
          </a:bodyPr>
          <a:lstStyle/>
          <a:p>
            <a:r>
              <a:rPr sz="2400" dirty="0"/>
              <a:t>Examples:</a:t>
            </a:r>
          </a:p>
          <a:p>
            <a:r>
              <a:rPr sz="2400" dirty="0"/>
              <a:t>1. Top Performing Categories</a:t>
            </a:r>
          </a:p>
          <a:p>
            <a:r>
              <a:rPr sz="2400" dirty="0"/>
              <a:t>2. Highest Revenue Products</a:t>
            </a:r>
          </a:p>
          <a:p>
            <a:r>
              <a:rPr sz="2400" dirty="0"/>
              <a:t>3. Monthly Sales Trend</a:t>
            </a:r>
          </a:p>
          <a:p>
            <a:r>
              <a:rPr sz="2400" dirty="0"/>
              <a:t>4. Most Profitable Region</a:t>
            </a:r>
          </a:p>
          <a:p>
            <a:r>
              <a:rPr sz="2400" dirty="0"/>
              <a:t>SQL Skills: SELECT, GROUP BY, ORDER BY, JOIN, SUM(), AVG()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Key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sz="2400" dirty="0"/>
              <a:t>Technology generated highest sales</a:t>
            </a:r>
          </a:p>
          <a:p>
            <a:r>
              <a:rPr sz="2400" dirty="0"/>
              <a:t>• Furniture showed lower profit margins</a:t>
            </a:r>
          </a:p>
          <a:p>
            <a:r>
              <a:rPr sz="2400" dirty="0"/>
              <a:t>• West Region generated highest revenue</a:t>
            </a:r>
          </a:p>
          <a:p>
            <a:r>
              <a:rPr sz="2400" dirty="0"/>
              <a:t>• Top customers contributed significant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Task 3 – KPI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Core KPIs:</a:t>
            </a:r>
          </a:p>
          <a:p>
            <a:r>
              <a:rPr sz="2400" dirty="0"/>
              <a:t>• Total Sales = Sum(Sales)</a:t>
            </a:r>
          </a:p>
          <a:p>
            <a:r>
              <a:rPr sz="2400" dirty="0"/>
              <a:t>• Total Profit = Sum(Profit)</a:t>
            </a:r>
          </a:p>
          <a:p>
            <a:r>
              <a:rPr sz="2400" dirty="0"/>
              <a:t>• Profit Margin = Profit/Sales × 100</a:t>
            </a:r>
          </a:p>
          <a:p>
            <a:r>
              <a:rPr sz="2400" dirty="0"/>
              <a:t>• Average Order Value = Sales/Number of 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155945"/>
            <a:ext cx="7765321" cy="1446027"/>
          </a:xfrm>
        </p:spPr>
        <p:txBody>
          <a:bodyPr>
            <a:normAutofit/>
          </a:bodyPr>
          <a:lstStyle/>
          <a:p>
            <a:r>
              <a:rPr sz="2800" dirty="0"/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08298"/>
            <a:ext cx="7765322" cy="4082902"/>
          </a:xfrm>
        </p:spPr>
        <p:txBody>
          <a:bodyPr>
            <a:normAutofit/>
          </a:bodyPr>
          <a:lstStyle/>
          <a:p>
            <a:r>
              <a:rPr sz="2400" dirty="0"/>
              <a:t>Dashboard Features:</a:t>
            </a:r>
          </a:p>
          <a:p>
            <a:r>
              <a:rPr sz="2400" dirty="0"/>
              <a:t>• KPI Cards</a:t>
            </a:r>
          </a:p>
          <a:p>
            <a:r>
              <a:rPr sz="2400" dirty="0"/>
              <a:t>• Category Filters</a:t>
            </a:r>
          </a:p>
          <a:p>
            <a:r>
              <a:rPr sz="2400" dirty="0"/>
              <a:t>• Region Filters</a:t>
            </a:r>
          </a:p>
          <a:p>
            <a:r>
              <a:rPr sz="2400" dirty="0"/>
              <a:t>• Sales Trend Analysis</a:t>
            </a:r>
          </a:p>
          <a:p>
            <a:r>
              <a:rPr sz="2400" dirty="0"/>
              <a:t>• Profit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1E1CFF-781A-B252-235B-5406BB8DA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167" y="1368055"/>
            <a:ext cx="4791739" cy="3944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Task 4 – Data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400" dirty="0"/>
              <a:t>Business Problem:</a:t>
            </a:r>
          </a:p>
          <a:p>
            <a:r>
              <a:rPr sz="2400" dirty="0"/>
              <a:t>How can sales growth be improved while maintaining profitability?</a:t>
            </a:r>
          </a:p>
          <a:p>
            <a:r>
              <a:rPr sz="2400" dirty="0"/>
              <a:t>Story Structure:</a:t>
            </a:r>
          </a:p>
          <a:p>
            <a:r>
              <a:rPr sz="2400" dirty="0"/>
              <a:t>1. Business Objective</a:t>
            </a:r>
          </a:p>
          <a:p>
            <a:r>
              <a:rPr sz="2400" dirty="0"/>
              <a:t>2. Data Analysis</a:t>
            </a:r>
          </a:p>
          <a:p>
            <a:r>
              <a:rPr sz="2400" dirty="0"/>
              <a:t>3. Insights</a:t>
            </a:r>
          </a:p>
          <a:p>
            <a:r>
              <a:rPr sz="2400" dirty="0"/>
              <a:t>4.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Hypothesis Testing:</a:t>
            </a:r>
          </a:p>
          <a:p>
            <a:r>
              <a:rPr sz="2400" dirty="0"/>
              <a:t>H0: No significant difference exists.</a:t>
            </a:r>
          </a:p>
          <a:p>
            <a:r>
              <a:rPr sz="2400" dirty="0"/>
              <a:t>H1: Significant difference exists.</a:t>
            </a:r>
          </a:p>
          <a:p>
            <a:r>
              <a:rPr sz="2400" dirty="0"/>
              <a:t>Method: T-Test</a:t>
            </a:r>
          </a:p>
          <a:p>
            <a:r>
              <a:rPr sz="2400" dirty="0"/>
              <a:t>Result: p-value &lt; 0.05</a:t>
            </a:r>
          </a:p>
          <a:p>
            <a:r>
              <a:rPr sz="2400" dirty="0"/>
              <a:t>Conclusion: Reject Null Hypothesis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Focus on Technology Category</a:t>
            </a:r>
          </a:p>
          <a:p>
            <a:r>
              <a:rPr sz="2400" dirty="0"/>
              <a:t>• Improve Furniture Profitability</a:t>
            </a:r>
          </a:p>
          <a:p>
            <a:r>
              <a:rPr sz="2400" dirty="0"/>
              <a:t>• Target High-Performing Regions</a:t>
            </a:r>
          </a:p>
          <a:p>
            <a:r>
              <a:rPr sz="2400" dirty="0"/>
              <a:t>• Retain Top Customers</a:t>
            </a:r>
          </a:p>
          <a:p>
            <a:r>
              <a:rPr sz="2400" dirty="0"/>
              <a:t>• Monitor KPIs Regularly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Technical Skills:</a:t>
            </a:r>
          </a:p>
          <a:p>
            <a:r>
              <a:rPr sz="2400" dirty="0"/>
              <a:t>Python, Pandas, NumPy, SQL, Data Visualization, Statistical Analysis, GitHub</a:t>
            </a:r>
          </a:p>
          <a:p>
            <a:r>
              <a:rPr sz="2400" dirty="0"/>
              <a:t>Business Skills:</a:t>
            </a:r>
          </a:p>
          <a:p>
            <a:r>
              <a:rPr sz="2400" dirty="0"/>
              <a:t>Problem Solving, Data Storytelling, Decision 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600" dirty="0"/>
              <a:t>Internship Outcomes:</a:t>
            </a:r>
          </a:p>
          <a:p>
            <a:r>
              <a:rPr sz="2600" dirty="0"/>
              <a:t>✓ Data Cleaning</a:t>
            </a:r>
          </a:p>
          <a:p>
            <a:r>
              <a:rPr sz="2600" dirty="0"/>
              <a:t>✓ EDA</a:t>
            </a:r>
          </a:p>
          <a:p>
            <a:r>
              <a:rPr sz="2600" dirty="0"/>
              <a:t>✓ SQL Analysis</a:t>
            </a:r>
          </a:p>
          <a:p>
            <a:r>
              <a:rPr sz="2600" dirty="0"/>
              <a:t>✓ Dashboard Creation</a:t>
            </a:r>
          </a:p>
          <a:p>
            <a:r>
              <a:rPr sz="2600" dirty="0"/>
              <a:t>✓ Statistical Testing</a:t>
            </a:r>
          </a:p>
          <a:p>
            <a:r>
              <a:rPr sz="2600" dirty="0"/>
              <a:t>✓ Business Recommendations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7211-31E7-A586-2A38-6AAD9111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91036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2876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36</TotalTime>
  <Words>457</Words>
  <Application>Microsoft Office PowerPoint</Application>
  <PresentationFormat>On-screen Show (4:3)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Rockwell</vt:lpstr>
      <vt:lpstr>Damask</vt:lpstr>
      <vt:lpstr>TASK 5:Data Analytics Internship Portfolio</vt:lpstr>
      <vt:lpstr>Internship Overview</vt:lpstr>
      <vt:lpstr>Dataset Overview</vt:lpstr>
      <vt:lpstr>Task 1 – Data Cleaning &amp; Wrangling</vt:lpstr>
      <vt:lpstr>Task 1 :Results</vt:lpstr>
      <vt:lpstr>Task 2 – Exploratory Data Analysis</vt:lpstr>
      <vt:lpstr>SQL QUERIES</vt:lpstr>
      <vt:lpstr>Key EDA Insights</vt:lpstr>
      <vt:lpstr>Task 3 – KPI Development</vt:lpstr>
      <vt:lpstr>Interactive Dashboard</vt:lpstr>
      <vt:lpstr>Task 4 – Data Storytelling</vt:lpstr>
      <vt:lpstr>Statistical Validation</vt:lpstr>
      <vt:lpstr>Recommendations</vt:lpstr>
      <vt:lpstr>Skills Gained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reddy</cp:lastModifiedBy>
  <cp:revision>2</cp:revision>
  <dcterms:created xsi:type="dcterms:W3CDTF">2013-01-27T09:14:16Z</dcterms:created>
  <dcterms:modified xsi:type="dcterms:W3CDTF">2026-06-07T10:14:05Z</dcterms:modified>
  <cp:category/>
</cp:coreProperties>
</file>